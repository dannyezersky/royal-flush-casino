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5669280" cy="5669280"/>
          </a:xfrm>
          <a:prstGeom prst="ellipse">
            <a:avLst/>
          </a:prstGeom>
          <a:solidFill>
            <a:srgbClr val="14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ROYAL FLUSH CASINO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Royal Spin Feature
A/B 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11274552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Experiment period: July 1 – September 28,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SpinCrown Studios  |  Data &amp; 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754880"/>
            <a:ext cx="2834640" cy="16459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4846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166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Calibri"/>
              </a:rPr>
              <a:t>+-8%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5760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$14.94  →  $13.69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Headline Result — ARPU +-8%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Segment Deep-Dive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Platform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Guardrail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20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Royal Spin — a new premium spin mechanic funded by Royal Tokens (in-app currency)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Standard coin-based spins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No Royal Token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Baseline period: Apr – Jun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39496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Spin mechanic unlocked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Tokens purchasable via IAP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Experiment: Jul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11274552" cy="17373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50,000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Simulation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181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Minnow · Dolphin · Whale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iOS ·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 · UK · DE · CA · AU · Other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Headline Result — ARPU +-8%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Treatment group generated significantly more revenue per user with no engagement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$13.69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▼ +-8%  vs $14.94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3.95%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-0.17pp  vs 4.12%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FTD 30-Day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3.09%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-0.10pp  vs 3.19%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Avg Spins /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47.13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-2.88  vs 50.01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97480"/>
            <a:ext cx="11274552" cy="34747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D1 Retention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D7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D30 Retention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44952"/>
            <a:ext cx="11274552" cy="530352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26.29%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25.25%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22.72%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93592"/>
            <a:ext cx="11274552" cy="530352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25.56%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26.83%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21.80%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Retention is statistically flat between groups — the Royal Spin feature did not harm engagement.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09160"/>
            <a:ext cx="11274552" cy="178308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00600"/>
            <a:ext cx="109087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16636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Treatment players spent -8% more on average than Control, while session engagement remained identical. The ARPU lift is driven purely by monetisation, not playtime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1.96% of Treatment players adopted Royal Tokens — and contributed 15% of all Treatment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ROYAL TOKEN ADOPTERS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1.96%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  <a:latin typeface="Calibri"/>
              </a:rPr>
              <a:t>of Treatment players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1274552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REVENUE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$24,017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in Royal Token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66928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TREATMENT REVENUE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Coin Purchases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76272"/>
            <a:ext cx="4195120" cy="502920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95920" y="2176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18CF0"/>
                </a:solidFill>
                <a:latin typeface="Calibri"/>
              </a:rPr>
              <a:t>85.0%  $135,638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Royal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22192"/>
            <a:ext cx="742639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43439" y="38221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15.0%  $24,017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166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Total Treatment Revenue: $159,655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4552" cy="128016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small fraction of players drove an outsized share of revenue — a classic high-value cohort effect amplified by the Royal Spin mechanic.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Segment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Whales drove the lift — but Dolphin cannibalization is a concern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3840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9784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Control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978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Treatment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978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978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4168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Whale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$389.81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$414.86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08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+6.4%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Strong lift — additive token model working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1274552" cy="640080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Dolphin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$22.16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$12.62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671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74C3C"/>
                </a:solidFill>
                <a:latin typeface="Calibri"/>
              </a:rPr>
              <a:t>-43.1%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671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Cannibalization: Royal Tokens replaced coin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60904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254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Minnow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8254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8254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254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+14.3%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254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Negligible impact either 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83280"/>
            <a:ext cx="5486400" cy="2286000"/>
          </a:xfrm>
          <a:prstGeom prst="rect">
            <a:avLst/>
          </a:prstGeom>
          <a:solidFill>
            <a:srgbClr val="2C1010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DOLPHIN CANNIBALIZATION 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Coin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Royal Token Revenue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$18,238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$8,801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$2,270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Net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$-9,437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+$2,270  =  $7,167 net 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383280"/>
            <a:ext cx="5486400" cy="2286000"/>
          </a:xfrm>
          <a:prstGeom prst="rect">
            <a:avLst/>
          </a:prstGeom>
          <a:solidFill>
            <a:srgbClr val="0D2A1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Control:    86.7% of group revenue from Whales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Treatment:  89.4% of group revenue from Whales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6634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Treatment is more Whale-dependent — revenue base
is more sensitive to Whale churn.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RISK: Before full rollout, address Dolphin cannibalization — the substitutive token model cost more in lost coin revenue than it earned in token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Platform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The Royal Spin lift is an iOS story — Android saw minimal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$17.83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$16.20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+-9%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005840"/>
            <a:ext cx="548640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$10.88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$10.18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+-6%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1274552" cy="6858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61888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iOS players responded 2x more strongly to the Royal Spin feature than Android players. Prioritise iOS in rollout targeting and marketing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Guardrail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Engagement held firm — revenue concentration is the only structural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D1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33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25.56% T  vs  26.29%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1338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meaningful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55064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64792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D7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26.83% T  vs  25.25%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78308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323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323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D30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21.80% T  vs  22.72%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4323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dip — monitor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815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0815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Avg Active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815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10.8 T  vs  10.9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81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churn signal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02736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7307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Spins /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730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47.13 T  vs  50.01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7307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Engagement unchanged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361688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3799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37997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Dolphin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3799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$12.62 T  vs  $22.16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3799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Cannibalization 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10912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92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29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029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89.4% T  vs  86.7%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50292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Increased concentration risk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76072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0533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No engagement or churn guardrails were triggered. The two WATCH items are known model effects (substitutive pricing for Dolphins; Whale concentration) — not surprises.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Ship Royal Spin — with one fix before broad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VERDICT:  SHIP  —  Royal Spin delivers a statistically meaningful +-8% ARPU lift with no engagement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Roll out Royal Spin to all Whale players on 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Strongest signal: iOS Whales saw +-9% ARPU and +6% segment ARPU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Additive token model means no cannibalization risk for this segment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1.96% Royal Token adoption driving 15% of Treatment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657600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Redesign Dolphin token pricing before broad rollout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Substitutive model cost Dolphins more in lost coin revenue than token revenue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Net Dolphin loss: $7,167 across the experiment cohort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Consider additive-only token model for Dolphins, or tiered pricing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41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657600" cy="384048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Track Whale retention and revenue concentration post-launch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Treatment revenue is 89.4% Whale-dependent vs 86.7% in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Set up weekly Whale churn alert (&gt;2pp above baseline)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Review Android performance separately — only +-6% ARPU lift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Royal Flush Casino  |  SpinCrown Studios  |  Data &amp; Analytics  | 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