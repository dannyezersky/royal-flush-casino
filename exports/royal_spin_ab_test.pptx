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457200"/>
            <a:ext cx="5669280" cy="5669280"/>
          </a:xfrm>
          <a:prstGeom prst="ellipse">
            <a:avLst/>
          </a:prstGeom>
          <a:solidFill>
            <a:srgbClr val="14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ROYAL FLUSH CASINO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Royal Spin Feature
A/B Test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29000"/>
            <a:ext cx="11274552" cy="254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Experiment period: July 1 – September 28,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SpinCrown Studios  |  Data &amp; Analytics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4754880"/>
            <a:ext cx="2834640" cy="16459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48463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166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D4AF37"/>
                </a:solidFill>
                <a:latin typeface="Calibri"/>
              </a:rPr>
              <a:t>+16%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5760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$15.67  →  $18.18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Headline Result — ARPU +16%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Segment Deep-Dive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Platform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Guardrail 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9204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651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1206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Royal Spin — a new premium spin mechanic funded by Royal Tokens (in-app currency)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39496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Standard coin-based spins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No Royal Token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Baseline period: Apr – Jun 2024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539496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TREATMENT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Spin mechanic unlocked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Tokens purchasable via IAP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Experiment: Jul – Sep 2024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54880"/>
            <a:ext cx="11274552" cy="173736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Players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50,000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Simulation 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181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Segments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Minnow · Dolphin · Whale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Platforms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iOS · Android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 · UK · DE · CA · AU · Other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Headline Result — ARPU +16%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Treatment group generated significantly more revenue per user with no engagement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$18.18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+16%  vs $15.67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26.59%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-0.12pp  vs 26.71%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FTD 30-Day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22.53%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+0.24pp  vs 22.29%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144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Avg Spins /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44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47.71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-1.98  vs 49.69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97480"/>
            <a:ext cx="11274552" cy="34747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D1 Retention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D7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D30 Retention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44952"/>
            <a:ext cx="11274552" cy="530352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25.63%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22.34%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93592"/>
            <a:ext cx="11274552" cy="530352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Treatment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25.73%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25.57%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21.98%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Retention is statistically flat between groups — the Royal Spin feature did not harm engagement.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709160"/>
            <a:ext cx="11274552" cy="178308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800600"/>
            <a:ext cx="109087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16636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Treatment players spent 16% more on average than Control, while session engagement remained identical. The ARPU lift is driven purely by monetisation, not playtime inflation.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10.61% of Treatment players adopted Royal Tokens — and contributed 23% of all Treatment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30352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ROYAL TOKEN ADOPTERS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10.61%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CCCC"/>
                </a:solidFill>
                <a:latin typeface="Calibri"/>
              </a:rPr>
              <a:t>of Treatment players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1274552" cy="12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REVENUE 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$48,462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in Royal Token transactions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05840"/>
            <a:ext cx="566928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TREATMENT REVENUE BREAKDOWN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Coin Purchases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176272"/>
            <a:ext cx="3807012" cy="502920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07812" y="217627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18CF0"/>
                </a:solidFill>
                <a:latin typeface="Calibri"/>
              </a:rPr>
              <a:t>77.1%  $163,129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Royal Tokens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22192"/>
            <a:ext cx="1130747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31547" y="38221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22.9%  $48,462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166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Total Treatment Revenue: $211,591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4552" cy="128016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69280"/>
            <a:ext cx="10908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small fraction of players drove an outsized share of revenue — a classic high-value cohort effect amplified by the Royal Spin mechanic.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Segment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Whales drove the lift — but Dolphin cannibalization is a concern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3840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784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9784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Control ARPU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978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Treatment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978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97840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4168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Whale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$424.05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$550.86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508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CC71"/>
                </a:solidFill>
                <a:latin typeface="Calibri"/>
              </a:rPr>
              <a:t>+29.9%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508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Strong lift — additive token model working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02536"/>
            <a:ext cx="11274552" cy="640080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1671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Dolphin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167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$21.06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1671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$18.83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16712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39C12"/>
                </a:solidFill>
                <a:latin typeface="Calibri"/>
              </a:rPr>
              <a:t>-10.6%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671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Cannibalization: Royal Tokens replaced coin spend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60904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8254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Minnow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82549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28254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8254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39C12"/>
                </a:solidFill>
                <a:latin typeface="Calibri"/>
              </a:rPr>
              <a:t>-10.5%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82549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Negligible impact either way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83280"/>
            <a:ext cx="5486400" cy="2286000"/>
          </a:xfrm>
          <a:prstGeom prst="rect">
            <a:avLst/>
          </a:prstGeom>
          <a:solidFill>
            <a:srgbClr val="2C1010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DOLPHIN CANNIBALIZATION DETAIL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Coin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Royal Token Revenue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$18,600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$11,424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$4,244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Net change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$-7,176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+$4,244  =  $2,932 net loss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383280"/>
            <a:ext cx="5486400" cy="2286000"/>
          </a:xfrm>
          <a:prstGeom prst="rect">
            <a:avLst/>
          </a:prstGeom>
          <a:solidFill>
            <a:srgbClr val="0D2A1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CC71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Control:    85.0% of group revenue from Whales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4251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Treatment:  88.8% of group revenue from Whales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6634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Treatment is more Whale-dependent — revenue base
is more sensitive to Whale churn.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06440"/>
            <a:ext cx="11274552" cy="77724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89788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RISK: Before full rollout, address Dolphin cannibalization — the substitutive token model cost more in lost coin revenue than it earned in token revenue.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Platform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The Royal Spin lift is an iOS story — Android saw minimal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0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$17.03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$22.08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520440"/>
            <a:ext cx="274320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+30%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005840"/>
            <a:ext cx="548640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Android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$13.76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$12.69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+-8%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97880"/>
            <a:ext cx="11274552" cy="6858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961888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iOS players responded -4x more strongly to the Royal Spin feature than Android players. Prioritise iOS in rollout targeting and marketing spend.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Guardrail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Engagement held firm — revenue concentration is the only structural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3385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D1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13385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25.73% T  vs  25.63%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13385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meaningful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55064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64792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7830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D7 Retention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7830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25.57% T  vs  25.00%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178308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positive trend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04288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414016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43230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43230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D30 Retention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43230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21.98% T  vs  22.34%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43230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dip — monitor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063240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8152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08152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Avg Active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0815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10.8 T  vs  10.8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0815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churn signal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02736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712464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73075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Spins / Session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730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47.71 T  vs  49.69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7307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Engagement unchanged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251960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361688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37997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37997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Dolphin 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3799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$18.83 T  vs  $21.06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37997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Cannibalization confirmed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01184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010912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0292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029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0292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88.8% T  vs  85.0%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502920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Increased concentration risk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669280"/>
            <a:ext cx="11274552" cy="9144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76072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SUMMARY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053328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No engagement or churn guardrails were triggered. The two WATCH items are known model effects (substitutive pricing for Dolphins; Whale concentration) — not surprises.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Ship Royal Spin — with one fix before broad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685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VERDICT:  SHIP  —  Royal Spin delivers a statistically meaningful +16% ARPU lift with no engagement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65760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SHIP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Roll out Royal Spin to all Whale players on 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Strongest signal: iOS Whales saw +30% ARPU and +30% segment ARPU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Additive token model means no cannibalization risk for this segment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10.61% Royal Token adoption driving 23% of Treatment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657600" cy="38404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FIX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Redesign Dolphin token pricing before broad rollout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Substitutive model cost Dolphins more in lost coin revenue than token revenue gained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Net Dolphin loss: $2,932 across the experiment cohort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Consider additive-only token model for Dolphins, or tiered pricing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41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828800"/>
            <a:ext cx="3657600" cy="384048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Track Whale retention and revenue concentration post-launch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Treatment revenue is 88.8% Whale-dependent vs 85.0% in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Set up weekly Whale churn alert (&gt;2pp above baseline)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Review Android performance separately — only +-8% ARPU lift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Royal Flush Casino  |  SpinCrown Studios  |  Data &amp; Analytics  | 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