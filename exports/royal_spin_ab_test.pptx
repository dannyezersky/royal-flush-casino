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$13.59  →  $15.15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+11%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+11%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$15.15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+11%  vs $13.59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4.07%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+0.10pp  vs 3.97%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2.83%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-0.33pp  vs 3.16%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49.52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-0.87  vs 50.39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26.26%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21.75%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22.52%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0058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02352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 players spent 11% more on average than Control, while session engagement remained identical. The ARPU lift is driven purely by monetisation, not playtime inflation.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06440"/>
            <a:ext cx="11274552" cy="868680"/>
          </a:xfrm>
          <a:prstGeom prst="rect">
            <a:avLst/>
          </a:prstGeom>
          <a:solidFill>
            <a:srgbClr val="1A1400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870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  <a:latin typeface="Calibri"/>
              </a:rPr>
              <a:t>STATISTICAL VALIDITY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1722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2F2F2"/>
                </a:solidFill>
                <a:latin typeface="Calibri"/>
              </a:rPr>
              <a:t>ARPU: p=0.26, 95% CI ($-1.12, $+4.13)  |  Conversion: p=0.67  |  Note: high revenue skew (Whale outliers) inflates variance — CUPED would reduce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2.12% of Treatment players adopted Royal Tokens — and contributed 15%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2.12%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$27,146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4182282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3082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84.7%  $150,226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755477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6277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15.3%  $27,146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$177,372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$361.81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$416.04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+15.0%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$13.86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$13.72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39C12"/>
                </a:solidFill>
                <a:latin typeface="Calibri"/>
              </a:rPr>
              <a:t>-1.0%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-32.2%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$11,813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$9,205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$2,539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$-2,608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+$2,539  =  $69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88.7%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91.0%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$16.55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$18.37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+11%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$9.66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$10.88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+13%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1x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25.93% T  vs  26.26%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25.78% T  vs  25.29%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22.52% T  vs  21.75%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10.8 T  vs  10.7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49.52 T  vs  50.39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$13.72 T  vs  $13.86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91.0% T  vs  88.7%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+11%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signal: iOS Whales saw +11% ARPU and +15%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2.12% Royal Token adoption driving 15%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$69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91.0% Whale-dependent vs 88.7%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+13%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